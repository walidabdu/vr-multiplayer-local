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ppt/charts/colors1.xml" ContentType="application/vnd.ms-office.chartcolorstyle+xml"/>
  <Override PartName="/ppt/charts/style1.xml" ContentType="application/vnd.ms-office.chartstyl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145" autoAdjust="0"/>
    <p:restoredTop sz="94660"/>
  </p:normalViewPr>
  <p:slideViewPr>
    <p:cSldViewPr snapToGrid="0">
      <p:cViewPr varScale="1">
        <p:scale>
          <a:sx n="74" d="100"/>
          <a:sy n="74" d="100"/>
        </p:scale>
        <p:origin x="-186" y="-10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slide" Target="slides/slide1.xml"/>
  <Relationship Id="rId6" Type="http://schemas.openxmlformats.org/officeDocument/2006/relationships/presProps" Target="presProps.xml"/>
  <Relationship Id="rId7" Type="http://schemas.openxmlformats.org/officeDocument/2006/relationships/viewProps" Target="viewProps.xml"/>
  <Relationship Id="rId8" Type="http://schemas.openxmlformats.org/officeDocument/2006/relationships/theme" Target="theme/theme1.xml"/>
  <Relationship Id="rId9" Type="http://schemas.openxmlformats.org/officeDocument/2006/relationships/tableStyles" Target="tableStyles.xml"/>
</Relationships>
</file>

<file path=ppt/charts/_rels/chart1.xml.rels><?xml version="1.0" encoding="UTF-8" standalone="yes"?>
<Relationships xmlns="http://schemas.openxmlformats.org/package/2006/relationships"><Relationship Id="rId3" Type="http://schemas.microsoft.com/office/2011/relationships/chartStyle" Target="style1.xml"/><Relationship Id="rId2" Type="http://schemas.microsoft.com/office/2011/relationships/chartColorStyle" Target="colors1.xml"/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85027072"/>
        <c:axId val="85037056"/>
      </c:barChart>
      <c:catAx>
        <c:axId val="8502707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3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5037056"/>
        <c:crosses val="autoZero"/>
        <c:auto val="1"/>
        <c:lblAlgn val="ctr"/>
        <c:lblOffset val="100"/>
        <c:noMultiLvlLbl val="0"/>
      </c:catAx>
      <c:valAx>
        <c:axId val="8503705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3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502707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395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tint val="60000"/>
  </cs:variation>
  <cs:variation>
    <a:shade val="60000"/>
  </cs:variation>
  <cs:variation>
    <a:tint val="80000"/>
  </cs:variation>
  <cs:variation>
    <a:shade val="80000"/>
  </cs:variation>
  <cs:variation>
    <a:tint val="50000"/>
  </cs:variation>
  <cs:variation>
    <a:shade val="50000"/>
  </cs:variation>
  <cs:variation>
    <a:tint val="70000"/>
  </cs:variation>
  <cs:variation>
    <a:shade val="7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95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550" kern="1200"/>
  </cs:chartArea>
  <cs:dataLabel>
    <cs:lnRef idx="0"/>
    <cs:fillRef idx="0"/>
    <cs:effectRef idx="0"/>
    <cs:fontRef idx="minor">
      <a:schemeClr val="tx1">
        <a:lumMod val="65000"/>
        <a:lumOff val="35000"/>
      </a:schemeClr>
    </cs:fontRef>
    <cs:defRPr sz="1395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50000"/>
            <a:lumOff val="50000"/>
          </a:schemeClr>
        </a:solidFill>
      </a:ln>
    </cs:spPr>
    <cs:defRPr sz="1395"/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95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3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395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200" b="0" kern="16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395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3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BF66206-F105-4FC9-B0E6-782D9AB75E2F}" type="doc">
      <dgm:prSet loTypeId="urn:microsoft.com/office/officeart/2005/8/layout/radial6" loCatId="cycle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B7BC11D0-55D3-43E3-A43F-B6A71A885D80}">
      <dgm:prSet phldrT="[Text]"/>
      <dgm:spPr/>
      <dgm:t>
        <a:bodyPr/>
        <a:lstStyle/>
        <a:p>
          <a:r>
            <a:rPr lang="en-US" dirty="0" smtClean="0"/>
            <a:t>One</a:t>
          </a:r>
          <a:endParaRPr lang="en-US" dirty="0"/>
        </a:p>
      </dgm:t>
    </dgm:pt>
    <dgm:pt modelId="{A78B7888-9EC6-47E7-B8A9-0A97BB2FC4BD}" type="parTrans" cxnId="{E25BC361-25A7-42CA-8CBB-441F9CA3A99F}">
      <dgm:prSet/>
      <dgm:spPr/>
      <dgm:t>
        <a:bodyPr/>
        <a:lstStyle/>
        <a:p>
          <a:endParaRPr lang="en-US"/>
        </a:p>
      </dgm:t>
    </dgm:pt>
    <dgm:pt modelId="{C424A7BB-2135-46D3-87E1-5A6A59284AFD}" type="sibTrans" cxnId="{E25BC361-25A7-42CA-8CBB-441F9CA3A99F}">
      <dgm:prSet/>
      <dgm:spPr/>
      <dgm:t>
        <a:bodyPr/>
        <a:lstStyle/>
        <a:p>
          <a:endParaRPr lang="en-US"/>
        </a:p>
      </dgm:t>
    </dgm:pt>
    <dgm:pt modelId="{5C7EF678-FE25-4D1A-AF85-085FC1FA3A4F}">
      <dgm:prSet phldrT="[Text]"/>
      <dgm:spPr/>
      <dgm:t>
        <a:bodyPr/>
        <a:lstStyle/>
        <a:p>
          <a:r>
            <a:rPr lang="en-US" dirty="0" smtClean="0"/>
            <a:t>Two</a:t>
          </a:r>
          <a:endParaRPr lang="en-US" dirty="0"/>
        </a:p>
      </dgm:t>
    </dgm:pt>
    <dgm:pt modelId="{C39B8F06-484A-4CE3-8257-9BFD995950AC}" type="parTrans" cxnId="{C5F42C8F-71BF-4C63-B647-CF2CF6507EDE}">
      <dgm:prSet/>
      <dgm:spPr/>
      <dgm:t>
        <a:bodyPr/>
        <a:lstStyle/>
        <a:p>
          <a:endParaRPr lang="en-US"/>
        </a:p>
      </dgm:t>
    </dgm:pt>
    <dgm:pt modelId="{B7686229-EB1A-42B1-A417-80FA3004A860}" type="sibTrans" cxnId="{C5F42C8F-71BF-4C63-B647-CF2CF6507EDE}">
      <dgm:prSet/>
      <dgm:spPr/>
      <dgm:t>
        <a:bodyPr/>
        <a:lstStyle/>
        <a:p>
          <a:endParaRPr lang="en-US"/>
        </a:p>
      </dgm:t>
    </dgm:pt>
    <dgm:pt modelId="{5C42631F-BC7E-446A-A2C1-2DA735014323}">
      <dgm:prSet phldrT="[Text]"/>
      <dgm:spPr/>
      <dgm:t>
        <a:bodyPr/>
        <a:lstStyle/>
        <a:p>
          <a:r>
            <a:rPr lang="en-US" dirty="0" smtClean="0"/>
            <a:t>Three</a:t>
          </a:r>
          <a:endParaRPr lang="en-US" dirty="0"/>
        </a:p>
      </dgm:t>
    </dgm:pt>
    <dgm:pt modelId="{7711197F-B7FE-4618-A2D7-9355822CB677}" type="parTrans" cxnId="{7F71EC5F-4DC3-4EBB-B706-2E8B44594932}">
      <dgm:prSet/>
      <dgm:spPr/>
      <dgm:t>
        <a:bodyPr/>
        <a:lstStyle/>
        <a:p>
          <a:endParaRPr lang="en-US"/>
        </a:p>
      </dgm:t>
    </dgm:pt>
    <dgm:pt modelId="{09168679-EFD3-4C41-83E6-B6AEBE70E7B8}" type="sibTrans" cxnId="{7F71EC5F-4DC3-4EBB-B706-2E8B44594932}">
      <dgm:prSet/>
      <dgm:spPr/>
      <dgm:t>
        <a:bodyPr/>
        <a:lstStyle/>
        <a:p>
          <a:endParaRPr lang="en-US"/>
        </a:p>
      </dgm:t>
    </dgm:pt>
    <dgm:pt modelId="{B2DE4830-BD7C-45D8-BDAC-E18513AB33FB}">
      <dgm:prSet phldrT="[Text]"/>
      <dgm:spPr/>
      <dgm:t>
        <a:bodyPr/>
        <a:lstStyle/>
        <a:p>
          <a:r>
            <a:rPr lang="en-US" dirty="0" smtClean="0"/>
            <a:t>Four</a:t>
          </a:r>
          <a:endParaRPr lang="en-US" dirty="0"/>
        </a:p>
      </dgm:t>
    </dgm:pt>
    <dgm:pt modelId="{EB53C7C0-4758-44AF-A980-9E167BC896B5}" type="parTrans" cxnId="{66788F15-E3A4-4018-98CB-944063A8B19D}">
      <dgm:prSet/>
      <dgm:spPr/>
      <dgm:t>
        <a:bodyPr/>
        <a:lstStyle/>
        <a:p>
          <a:endParaRPr lang="en-US"/>
        </a:p>
      </dgm:t>
    </dgm:pt>
    <dgm:pt modelId="{0AFD78CF-2377-449C-9D5E-AD0064AF6537}" type="sibTrans" cxnId="{66788F15-E3A4-4018-98CB-944063A8B19D}">
      <dgm:prSet/>
      <dgm:spPr/>
      <dgm:t>
        <a:bodyPr/>
        <a:lstStyle/>
        <a:p>
          <a:endParaRPr lang="en-US"/>
        </a:p>
      </dgm:t>
    </dgm:pt>
    <dgm:pt modelId="{659F8164-3865-4209-AED1-A776BE657C65}">
      <dgm:prSet phldrT="[Text]"/>
      <dgm:spPr/>
      <dgm:t>
        <a:bodyPr/>
        <a:lstStyle/>
        <a:p>
          <a:r>
            <a:rPr lang="en-US" dirty="0" smtClean="0"/>
            <a:t>Five</a:t>
          </a:r>
          <a:endParaRPr lang="en-US" dirty="0"/>
        </a:p>
      </dgm:t>
    </dgm:pt>
    <dgm:pt modelId="{2296093A-95A2-4FB0-8B75-00735E57B9C2}" type="parTrans" cxnId="{216D771A-7CDB-4D17-A05D-DFE006C3C50E}">
      <dgm:prSet/>
      <dgm:spPr/>
      <dgm:t>
        <a:bodyPr/>
        <a:lstStyle/>
        <a:p>
          <a:endParaRPr lang="en-US"/>
        </a:p>
      </dgm:t>
    </dgm:pt>
    <dgm:pt modelId="{81888A9A-BE12-4857-9C3A-71FE8B9613DF}" type="sibTrans" cxnId="{216D771A-7CDB-4D17-A05D-DFE006C3C50E}">
      <dgm:prSet/>
      <dgm:spPr/>
      <dgm:t>
        <a:bodyPr/>
        <a:lstStyle/>
        <a:p>
          <a:endParaRPr lang="en-US"/>
        </a:p>
      </dgm:t>
    </dgm:pt>
    <dgm:pt modelId="{0455FCE7-4E31-4AE1-A9F2-027870EB50F8}">
      <dgm:prSet phldrT="[Text]"/>
      <dgm:spPr/>
      <dgm:t>
        <a:bodyPr/>
        <a:lstStyle/>
        <a:p>
          <a:r>
            <a:rPr lang="en-US" dirty="0" smtClean="0"/>
            <a:t>Six</a:t>
          </a:r>
          <a:endParaRPr lang="en-US" dirty="0"/>
        </a:p>
      </dgm:t>
    </dgm:pt>
    <dgm:pt modelId="{BFA2C38C-D51C-4A51-9874-32FF07C78494}" type="parTrans" cxnId="{F6345F56-E62F-4481-9BC6-365F4C5224D7}">
      <dgm:prSet/>
      <dgm:spPr/>
      <dgm:t>
        <a:bodyPr/>
        <a:lstStyle/>
        <a:p>
          <a:endParaRPr lang="en-US"/>
        </a:p>
      </dgm:t>
    </dgm:pt>
    <dgm:pt modelId="{EA1D5114-EFDA-41EB-BBBA-F2536033F506}" type="sibTrans" cxnId="{F6345F56-E62F-4481-9BC6-365F4C5224D7}">
      <dgm:prSet/>
      <dgm:spPr/>
      <dgm:t>
        <a:bodyPr/>
        <a:lstStyle/>
        <a:p>
          <a:endParaRPr lang="en-US"/>
        </a:p>
      </dgm:t>
    </dgm:pt>
    <dgm:pt modelId="{DA09A38E-FA29-4AEA-9F6F-C7DE78E044EE}" type="pres">
      <dgm:prSet presAssocID="{FBF66206-F105-4FC9-B0E6-782D9AB75E2F}" presName="Name0" presStyleCnt="0">
        <dgm:presLayoutVars>
          <dgm:chMax val="1"/>
          <dgm:dir/>
          <dgm:animLvl val="ctr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FA23D999-2362-4CA0-A1D7-FE26DAC98E12}" type="pres">
      <dgm:prSet presAssocID="{B7BC11D0-55D3-43E3-A43F-B6A71A885D80}" presName="centerShape" presStyleLbl="node0" presStyleIdx="0" presStyleCnt="1"/>
      <dgm:spPr/>
      <dgm:t>
        <a:bodyPr/>
        <a:lstStyle/>
        <a:p>
          <a:endParaRPr lang="en-US"/>
        </a:p>
      </dgm:t>
    </dgm:pt>
    <dgm:pt modelId="{CCBE9621-8D53-4B67-BB96-B7BA572BEA3B}" type="pres">
      <dgm:prSet presAssocID="{5C7EF678-FE25-4D1A-AF85-085FC1FA3A4F}" presName="node" presStyleLbl="node1" presStyleIdx="0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FE82AA39-FD35-4708-B192-78D06D5336EF}" type="pres">
      <dgm:prSet presAssocID="{5C7EF678-FE25-4D1A-AF85-085FC1FA3A4F}" presName="dummy" presStyleCnt="0"/>
      <dgm:spPr/>
    </dgm:pt>
    <dgm:pt modelId="{FACD027B-3496-4F11-A98D-E8E27B2093DC}" type="pres">
      <dgm:prSet presAssocID="{B7686229-EB1A-42B1-A417-80FA3004A860}" presName="sibTrans" presStyleLbl="sibTrans2D1" presStyleIdx="0" presStyleCnt="5"/>
      <dgm:spPr/>
      <dgm:t>
        <a:bodyPr/>
        <a:lstStyle/>
        <a:p>
          <a:endParaRPr lang="en-US"/>
        </a:p>
      </dgm:t>
    </dgm:pt>
    <dgm:pt modelId="{5DA5C551-C43D-4455-9111-EC957DCF5F24}" type="pres">
      <dgm:prSet presAssocID="{5C42631F-BC7E-446A-A2C1-2DA735014323}" presName="node" presStyleLbl="node1" presStyleIdx="1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7A743182-FCCA-4843-BED2-A7E07AE98E6D}" type="pres">
      <dgm:prSet presAssocID="{5C42631F-BC7E-446A-A2C1-2DA735014323}" presName="dummy" presStyleCnt="0"/>
      <dgm:spPr/>
    </dgm:pt>
    <dgm:pt modelId="{1EF3A9FE-8BB8-4509-B0AA-E6C68AE3C6B6}" type="pres">
      <dgm:prSet presAssocID="{09168679-EFD3-4C41-83E6-B6AEBE70E7B8}" presName="sibTrans" presStyleLbl="sibTrans2D1" presStyleIdx="1" presStyleCnt="5"/>
      <dgm:spPr/>
      <dgm:t>
        <a:bodyPr/>
        <a:lstStyle/>
        <a:p>
          <a:endParaRPr lang="en-US"/>
        </a:p>
      </dgm:t>
    </dgm:pt>
    <dgm:pt modelId="{E87B7494-5A97-4AC4-B60C-7A3D5E58D346}" type="pres">
      <dgm:prSet presAssocID="{B2DE4830-BD7C-45D8-BDAC-E18513AB33FB}" presName="node" presStyleLbl="node1" presStyleIdx="2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D2DC8328-6C2A-4EF1-8391-88ECBEC7317B}" type="pres">
      <dgm:prSet presAssocID="{B2DE4830-BD7C-45D8-BDAC-E18513AB33FB}" presName="dummy" presStyleCnt="0"/>
      <dgm:spPr/>
    </dgm:pt>
    <dgm:pt modelId="{9E74F42C-4A47-4429-A36B-700EC82CC601}" type="pres">
      <dgm:prSet presAssocID="{0AFD78CF-2377-449C-9D5E-AD0064AF6537}" presName="sibTrans" presStyleLbl="sibTrans2D1" presStyleIdx="2" presStyleCnt="5"/>
      <dgm:spPr/>
      <dgm:t>
        <a:bodyPr/>
        <a:lstStyle/>
        <a:p>
          <a:endParaRPr lang="en-US"/>
        </a:p>
      </dgm:t>
    </dgm:pt>
    <dgm:pt modelId="{C0B337F9-3E46-45C0-8AAC-F97D8F89E93D}" type="pres">
      <dgm:prSet presAssocID="{659F8164-3865-4209-AED1-A776BE657C65}" presName="node" presStyleLbl="node1" presStyleIdx="3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69F416D2-5855-4CBB-958D-ABDF8E3BA181}" type="pres">
      <dgm:prSet presAssocID="{659F8164-3865-4209-AED1-A776BE657C65}" presName="dummy" presStyleCnt="0"/>
      <dgm:spPr/>
    </dgm:pt>
    <dgm:pt modelId="{4D66AFCC-08C7-4293-BE06-05786D21463F}" type="pres">
      <dgm:prSet presAssocID="{81888A9A-BE12-4857-9C3A-71FE8B9613DF}" presName="sibTrans" presStyleLbl="sibTrans2D1" presStyleIdx="3" presStyleCnt="5"/>
      <dgm:spPr/>
      <dgm:t>
        <a:bodyPr/>
        <a:lstStyle/>
        <a:p>
          <a:endParaRPr lang="en-US"/>
        </a:p>
      </dgm:t>
    </dgm:pt>
    <dgm:pt modelId="{58A0DF15-1D45-4F24-A558-DBB190E13A3A}" type="pres">
      <dgm:prSet presAssocID="{0455FCE7-4E31-4AE1-A9F2-027870EB50F8}" presName="node" presStyleLbl="node1" presStyleIdx="4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9B55C6FC-8D28-40C3-AC16-F9DCAEAA2ECD}" type="pres">
      <dgm:prSet presAssocID="{0455FCE7-4E31-4AE1-A9F2-027870EB50F8}" presName="dummy" presStyleCnt="0"/>
      <dgm:spPr/>
    </dgm:pt>
    <dgm:pt modelId="{8EDB4C6B-ABB9-4872-ABCD-BF03F041FE3A}" type="pres">
      <dgm:prSet presAssocID="{EA1D5114-EFDA-41EB-BBBA-F2536033F506}" presName="sibTrans" presStyleLbl="sibTrans2D1" presStyleIdx="4" presStyleCnt="5"/>
      <dgm:spPr/>
      <dgm:t>
        <a:bodyPr/>
        <a:lstStyle/>
        <a:p>
          <a:endParaRPr lang="en-US"/>
        </a:p>
      </dgm:t>
    </dgm:pt>
  </dgm:ptLst>
  <dgm:cxnLst>
    <dgm:cxn modelId="{66788F15-E3A4-4018-98CB-944063A8B19D}" srcId="{B7BC11D0-55D3-43E3-A43F-B6A71A885D80}" destId="{B2DE4830-BD7C-45D8-BDAC-E18513AB33FB}" srcOrd="2" destOrd="0" parTransId="{EB53C7C0-4758-44AF-A980-9E167BC896B5}" sibTransId="{0AFD78CF-2377-449C-9D5E-AD0064AF6537}"/>
    <dgm:cxn modelId="{216D771A-7CDB-4D17-A05D-DFE006C3C50E}" srcId="{B7BC11D0-55D3-43E3-A43F-B6A71A885D80}" destId="{659F8164-3865-4209-AED1-A776BE657C65}" srcOrd="3" destOrd="0" parTransId="{2296093A-95A2-4FB0-8B75-00735E57B9C2}" sibTransId="{81888A9A-BE12-4857-9C3A-71FE8B9613DF}"/>
    <dgm:cxn modelId="{7F71EC5F-4DC3-4EBB-B706-2E8B44594932}" srcId="{B7BC11D0-55D3-43E3-A43F-B6A71A885D80}" destId="{5C42631F-BC7E-446A-A2C1-2DA735014323}" srcOrd="1" destOrd="0" parTransId="{7711197F-B7FE-4618-A2D7-9355822CB677}" sibTransId="{09168679-EFD3-4C41-83E6-B6AEBE70E7B8}"/>
    <dgm:cxn modelId="{1E1A3CB0-CC38-47D0-AFC2-048D30E8AB2A}" type="presOf" srcId="{B7BC11D0-55D3-43E3-A43F-B6A71A885D80}" destId="{FA23D999-2362-4CA0-A1D7-FE26DAC98E12}" srcOrd="0" destOrd="0" presId="urn:microsoft.com/office/officeart/2005/8/layout/radial6"/>
    <dgm:cxn modelId="{5863D5B7-ED21-4DE7-A84A-477CC039B687}" type="presOf" srcId="{09168679-EFD3-4C41-83E6-B6AEBE70E7B8}" destId="{1EF3A9FE-8BB8-4509-B0AA-E6C68AE3C6B6}" srcOrd="0" destOrd="0" presId="urn:microsoft.com/office/officeart/2005/8/layout/radial6"/>
    <dgm:cxn modelId="{9C1C56C6-844C-4496-98E5-3EB068B94765}" type="presOf" srcId="{0455FCE7-4E31-4AE1-A9F2-027870EB50F8}" destId="{58A0DF15-1D45-4F24-A558-DBB190E13A3A}" srcOrd="0" destOrd="0" presId="urn:microsoft.com/office/officeart/2005/8/layout/radial6"/>
    <dgm:cxn modelId="{E8BEF1AC-38AC-4496-868A-46F20DDD1DF5}" type="presOf" srcId="{B2DE4830-BD7C-45D8-BDAC-E18513AB33FB}" destId="{E87B7494-5A97-4AC4-B60C-7A3D5E58D346}" srcOrd="0" destOrd="0" presId="urn:microsoft.com/office/officeart/2005/8/layout/radial6"/>
    <dgm:cxn modelId="{C5F42C8F-71BF-4C63-B647-CF2CF6507EDE}" srcId="{B7BC11D0-55D3-43E3-A43F-B6A71A885D80}" destId="{5C7EF678-FE25-4D1A-AF85-085FC1FA3A4F}" srcOrd="0" destOrd="0" parTransId="{C39B8F06-484A-4CE3-8257-9BFD995950AC}" sibTransId="{B7686229-EB1A-42B1-A417-80FA3004A860}"/>
    <dgm:cxn modelId="{7317DEAB-C4D9-4D31-850D-7E3F1964F122}" type="presOf" srcId="{EA1D5114-EFDA-41EB-BBBA-F2536033F506}" destId="{8EDB4C6B-ABB9-4872-ABCD-BF03F041FE3A}" srcOrd="0" destOrd="0" presId="urn:microsoft.com/office/officeart/2005/8/layout/radial6"/>
    <dgm:cxn modelId="{4A63A8A9-E2CA-4862-B43C-AC9EA4DC235B}" type="presOf" srcId="{81888A9A-BE12-4857-9C3A-71FE8B9613DF}" destId="{4D66AFCC-08C7-4293-BE06-05786D21463F}" srcOrd="0" destOrd="0" presId="urn:microsoft.com/office/officeart/2005/8/layout/radial6"/>
    <dgm:cxn modelId="{FC98C468-711F-49CB-9FEE-762FB2B0D6C6}" type="presOf" srcId="{FBF66206-F105-4FC9-B0E6-782D9AB75E2F}" destId="{DA09A38E-FA29-4AEA-9F6F-C7DE78E044EE}" srcOrd="0" destOrd="0" presId="urn:microsoft.com/office/officeart/2005/8/layout/radial6"/>
    <dgm:cxn modelId="{4F4DBF2B-4ED2-4D07-B478-86746CF069A5}" type="presOf" srcId="{B7686229-EB1A-42B1-A417-80FA3004A860}" destId="{FACD027B-3496-4F11-A98D-E8E27B2093DC}" srcOrd="0" destOrd="0" presId="urn:microsoft.com/office/officeart/2005/8/layout/radial6"/>
    <dgm:cxn modelId="{E25BC361-25A7-42CA-8CBB-441F9CA3A99F}" srcId="{FBF66206-F105-4FC9-B0E6-782D9AB75E2F}" destId="{B7BC11D0-55D3-43E3-A43F-B6A71A885D80}" srcOrd="0" destOrd="0" parTransId="{A78B7888-9EC6-47E7-B8A9-0A97BB2FC4BD}" sibTransId="{C424A7BB-2135-46D3-87E1-5A6A59284AFD}"/>
    <dgm:cxn modelId="{F6345F56-E62F-4481-9BC6-365F4C5224D7}" srcId="{B7BC11D0-55D3-43E3-A43F-B6A71A885D80}" destId="{0455FCE7-4E31-4AE1-A9F2-027870EB50F8}" srcOrd="4" destOrd="0" parTransId="{BFA2C38C-D51C-4A51-9874-32FF07C78494}" sibTransId="{EA1D5114-EFDA-41EB-BBBA-F2536033F506}"/>
    <dgm:cxn modelId="{44293121-7CDA-4458-9EFA-97B3AA6C9BDF}" type="presOf" srcId="{5C7EF678-FE25-4D1A-AF85-085FC1FA3A4F}" destId="{CCBE9621-8D53-4B67-BB96-B7BA572BEA3B}" srcOrd="0" destOrd="0" presId="urn:microsoft.com/office/officeart/2005/8/layout/radial6"/>
    <dgm:cxn modelId="{DD34440A-D0C6-4057-972C-E3371BCBF8DF}" type="presOf" srcId="{5C42631F-BC7E-446A-A2C1-2DA735014323}" destId="{5DA5C551-C43D-4455-9111-EC957DCF5F24}" srcOrd="0" destOrd="0" presId="urn:microsoft.com/office/officeart/2005/8/layout/radial6"/>
    <dgm:cxn modelId="{456B5C55-99DE-49F1-9C01-F60C0D5CCAF4}" type="presOf" srcId="{0AFD78CF-2377-449C-9D5E-AD0064AF6537}" destId="{9E74F42C-4A47-4429-A36B-700EC82CC601}" srcOrd="0" destOrd="0" presId="urn:microsoft.com/office/officeart/2005/8/layout/radial6"/>
    <dgm:cxn modelId="{789C0704-716D-4DD0-85E0-E889AA2E63AD}" type="presOf" srcId="{659F8164-3865-4209-AED1-A776BE657C65}" destId="{C0B337F9-3E46-45C0-8AAC-F97D8F89E93D}" srcOrd="0" destOrd="0" presId="urn:microsoft.com/office/officeart/2005/8/layout/radial6"/>
    <dgm:cxn modelId="{3E7E81A6-E952-4D3E-AF78-40F21BDCBB62}" type="presParOf" srcId="{DA09A38E-FA29-4AEA-9F6F-C7DE78E044EE}" destId="{FA23D999-2362-4CA0-A1D7-FE26DAC98E12}" srcOrd="0" destOrd="0" presId="urn:microsoft.com/office/officeart/2005/8/layout/radial6"/>
    <dgm:cxn modelId="{DEAD5F89-7823-45D0-90DE-E0ECB145655C}" type="presParOf" srcId="{DA09A38E-FA29-4AEA-9F6F-C7DE78E044EE}" destId="{CCBE9621-8D53-4B67-BB96-B7BA572BEA3B}" srcOrd="1" destOrd="0" presId="urn:microsoft.com/office/officeart/2005/8/layout/radial6"/>
    <dgm:cxn modelId="{64E0EA01-884D-4EB3-AF92-8E0EB5E21FF1}" type="presParOf" srcId="{DA09A38E-FA29-4AEA-9F6F-C7DE78E044EE}" destId="{FE82AA39-FD35-4708-B192-78D06D5336EF}" srcOrd="2" destOrd="0" presId="urn:microsoft.com/office/officeart/2005/8/layout/radial6"/>
    <dgm:cxn modelId="{741C5C61-0BE1-40CB-A1BE-244CF74D4D0E}" type="presParOf" srcId="{DA09A38E-FA29-4AEA-9F6F-C7DE78E044EE}" destId="{FACD027B-3496-4F11-A98D-E8E27B2093DC}" srcOrd="3" destOrd="0" presId="urn:microsoft.com/office/officeart/2005/8/layout/radial6"/>
    <dgm:cxn modelId="{A7F4A810-6FFA-49EC-84E2-98F52989F323}" type="presParOf" srcId="{DA09A38E-FA29-4AEA-9F6F-C7DE78E044EE}" destId="{5DA5C551-C43D-4455-9111-EC957DCF5F24}" srcOrd="4" destOrd="0" presId="urn:microsoft.com/office/officeart/2005/8/layout/radial6"/>
    <dgm:cxn modelId="{BF08759C-CBC4-491A-AB4A-347FEE52F263}" type="presParOf" srcId="{DA09A38E-FA29-4AEA-9F6F-C7DE78E044EE}" destId="{7A743182-FCCA-4843-BED2-A7E07AE98E6D}" srcOrd="5" destOrd="0" presId="urn:microsoft.com/office/officeart/2005/8/layout/radial6"/>
    <dgm:cxn modelId="{1670C1F4-46D6-4F53-B8F6-C5D677AC9836}" type="presParOf" srcId="{DA09A38E-FA29-4AEA-9F6F-C7DE78E044EE}" destId="{1EF3A9FE-8BB8-4509-B0AA-E6C68AE3C6B6}" srcOrd="6" destOrd="0" presId="urn:microsoft.com/office/officeart/2005/8/layout/radial6"/>
    <dgm:cxn modelId="{3B10DACF-7CFA-485F-AE77-D183D269855B}" type="presParOf" srcId="{DA09A38E-FA29-4AEA-9F6F-C7DE78E044EE}" destId="{E87B7494-5A97-4AC4-B60C-7A3D5E58D346}" srcOrd="7" destOrd="0" presId="urn:microsoft.com/office/officeart/2005/8/layout/radial6"/>
    <dgm:cxn modelId="{8D301FDF-2DAB-4670-BC89-A192EF4C37D0}" type="presParOf" srcId="{DA09A38E-FA29-4AEA-9F6F-C7DE78E044EE}" destId="{D2DC8328-6C2A-4EF1-8391-88ECBEC7317B}" srcOrd="8" destOrd="0" presId="urn:microsoft.com/office/officeart/2005/8/layout/radial6"/>
    <dgm:cxn modelId="{FD174736-5D94-4C21-BD1C-3DB375679CA9}" type="presParOf" srcId="{DA09A38E-FA29-4AEA-9F6F-C7DE78E044EE}" destId="{9E74F42C-4A47-4429-A36B-700EC82CC601}" srcOrd="9" destOrd="0" presId="urn:microsoft.com/office/officeart/2005/8/layout/radial6"/>
    <dgm:cxn modelId="{824E5BAC-9823-489A-94F1-73439D4AB691}" type="presParOf" srcId="{DA09A38E-FA29-4AEA-9F6F-C7DE78E044EE}" destId="{C0B337F9-3E46-45C0-8AAC-F97D8F89E93D}" srcOrd="10" destOrd="0" presId="urn:microsoft.com/office/officeart/2005/8/layout/radial6"/>
    <dgm:cxn modelId="{37DC015E-B8D9-4A6F-95A2-EE731940C73F}" type="presParOf" srcId="{DA09A38E-FA29-4AEA-9F6F-C7DE78E044EE}" destId="{69F416D2-5855-4CBB-958D-ABDF8E3BA181}" srcOrd="11" destOrd="0" presId="urn:microsoft.com/office/officeart/2005/8/layout/radial6"/>
    <dgm:cxn modelId="{1714B0DB-528C-451B-9122-AAFD8F9C4345}" type="presParOf" srcId="{DA09A38E-FA29-4AEA-9F6F-C7DE78E044EE}" destId="{4D66AFCC-08C7-4293-BE06-05786D21463F}" srcOrd="12" destOrd="0" presId="urn:microsoft.com/office/officeart/2005/8/layout/radial6"/>
    <dgm:cxn modelId="{3D04619C-8957-4DA2-9B10-A9F412FE363B}" type="presParOf" srcId="{DA09A38E-FA29-4AEA-9F6F-C7DE78E044EE}" destId="{58A0DF15-1D45-4F24-A558-DBB190E13A3A}" srcOrd="13" destOrd="0" presId="urn:microsoft.com/office/officeart/2005/8/layout/radial6"/>
    <dgm:cxn modelId="{89E1F11E-01E6-43F4-B207-94240E08DA79}" type="presParOf" srcId="{DA09A38E-FA29-4AEA-9F6F-C7DE78E044EE}" destId="{9B55C6FC-8D28-40C3-AC16-F9DCAEAA2ECD}" srcOrd="14" destOrd="0" presId="urn:microsoft.com/office/officeart/2005/8/layout/radial6"/>
    <dgm:cxn modelId="{25F86FD9-28F7-4AEE-94A8-CC121EBB2B39}" type="presParOf" srcId="{DA09A38E-FA29-4AEA-9F6F-C7DE78E044EE}" destId="{8EDB4C6B-ABB9-4872-ABCD-BF03F041FE3A}" srcOrd="15" destOrd="0" presId="urn:microsoft.com/office/officeart/2005/8/layout/radial6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EDB4C6B-ABB9-4872-ABCD-BF03F041FE3A}">
      <dsp:nvSpPr>
        <dsp:cNvPr id="0" name=""/>
        <dsp:cNvSpPr/>
      </dsp:nvSpPr>
      <dsp:spPr>
        <a:xfrm>
          <a:off x="798545" y="536393"/>
          <a:ext cx="3584509" cy="3584509"/>
        </a:xfrm>
        <a:prstGeom prst="blockArc">
          <a:avLst>
            <a:gd name="adj1" fmla="val 11880000"/>
            <a:gd name="adj2" fmla="val 16200000"/>
            <a:gd name="adj3" fmla="val 4639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D66AFCC-08C7-4293-BE06-05786D21463F}">
      <dsp:nvSpPr>
        <dsp:cNvPr id="0" name=""/>
        <dsp:cNvSpPr/>
      </dsp:nvSpPr>
      <dsp:spPr>
        <a:xfrm>
          <a:off x="798545" y="536393"/>
          <a:ext cx="3584509" cy="3584509"/>
        </a:xfrm>
        <a:prstGeom prst="blockArc">
          <a:avLst>
            <a:gd name="adj1" fmla="val 7560000"/>
            <a:gd name="adj2" fmla="val 11880000"/>
            <a:gd name="adj3" fmla="val 4639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E74F42C-4A47-4429-A36B-700EC82CC601}">
      <dsp:nvSpPr>
        <dsp:cNvPr id="0" name=""/>
        <dsp:cNvSpPr/>
      </dsp:nvSpPr>
      <dsp:spPr>
        <a:xfrm>
          <a:off x="798545" y="536393"/>
          <a:ext cx="3584509" cy="3584509"/>
        </a:xfrm>
        <a:prstGeom prst="blockArc">
          <a:avLst>
            <a:gd name="adj1" fmla="val 3240000"/>
            <a:gd name="adj2" fmla="val 7560000"/>
            <a:gd name="adj3" fmla="val 4639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EF3A9FE-8BB8-4509-B0AA-E6C68AE3C6B6}">
      <dsp:nvSpPr>
        <dsp:cNvPr id="0" name=""/>
        <dsp:cNvSpPr/>
      </dsp:nvSpPr>
      <dsp:spPr>
        <a:xfrm>
          <a:off x="798545" y="536393"/>
          <a:ext cx="3584509" cy="3584509"/>
        </a:xfrm>
        <a:prstGeom prst="blockArc">
          <a:avLst>
            <a:gd name="adj1" fmla="val 20520000"/>
            <a:gd name="adj2" fmla="val 3240000"/>
            <a:gd name="adj3" fmla="val 4639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ACD027B-3496-4F11-A98D-E8E27B2093DC}">
      <dsp:nvSpPr>
        <dsp:cNvPr id="0" name=""/>
        <dsp:cNvSpPr/>
      </dsp:nvSpPr>
      <dsp:spPr>
        <a:xfrm>
          <a:off x="798545" y="536393"/>
          <a:ext cx="3584509" cy="3584509"/>
        </a:xfrm>
        <a:prstGeom prst="blockArc">
          <a:avLst>
            <a:gd name="adj1" fmla="val 16200000"/>
            <a:gd name="adj2" fmla="val 20520000"/>
            <a:gd name="adj3" fmla="val 4639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A23D999-2362-4CA0-A1D7-FE26DAC98E12}">
      <dsp:nvSpPr>
        <dsp:cNvPr id="0" name=""/>
        <dsp:cNvSpPr/>
      </dsp:nvSpPr>
      <dsp:spPr>
        <a:xfrm>
          <a:off x="1765994" y="1503842"/>
          <a:ext cx="1649610" cy="164961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4800" kern="1200" dirty="0" smtClean="0"/>
            <a:t>One</a:t>
          </a:r>
          <a:endParaRPr lang="en-US" sz="4800" kern="1200" dirty="0"/>
        </a:p>
      </dsp:txBody>
      <dsp:txXfrm>
        <a:off x="2007574" y="1745422"/>
        <a:ext cx="1166450" cy="1166450"/>
      </dsp:txXfrm>
    </dsp:sp>
    <dsp:sp modelId="{CCBE9621-8D53-4B67-BB96-B7BA572BEA3B}">
      <dsp:nvSpPr>
        <dsp:cNvPr id="0" name=""/>
        <dsp:cNvSpPr/>
      </dsp:nvSpPr>
      <dsp:spPr>
        <a:xfrm>
          <a:off x="2013436" y="599"/>
          <a:ext cx="1154727" cy="1154727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750" tIns="31750" rIns="31750" bIns="31750" numCol="1" spcCol="1270" anchor="ctr" anchorCtr="0">
          <a:noAutofit/>
        </a:bodyPr>
        <a:lstStyle/>
        <a:p>
          <a:pPr lvl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500" kern="1200" dirty="0" smtClean="0"/>
            <a:t>Two</a:t>
          </a:r>
          <a:endParaRPr lang="en-US" sz="2500" kern="1200" dirty="0"/>
        </a:p>
      </dsp:txBody>
      <dsp:txXfrm>
        <a:off x="2182542" y="169705"/>
        <a:ext cx="816515" cy="816515"/>
      </dsp:txXfrm>
    </dsp:sp>
    <dsp:sp modelId="{5DA5C551-C43D-4455-9111-EC957DCF5F24}">
      <dsp:nvSpPr>
        <dsp:cNvPr id="0" name=""/>
        <dsp:cNvSpPr/>
      </dsp:nvSpPr>
      <dsp:spPr>
        <a:xfrm>
          <a:off x="3678436" y="1210293"/>
          <a:ext cx="1154727" cy="1154727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750" tIns="31750" rIns="31750" bIns="31750" numCol="1" spcCol="1270" anchor="ctr" anchorCtr="0">
          <a:noAutofit/>
        </a:bodyPr>
        <a:lstStyle/>
        <a:p>
          <a:pPr lvl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500" kern="1200" dirty="0" smtClean="0"/>
            <a:t>Three</a:t>
          </a:r>
          <a:endParaRPr lang="en-US" sz="2500" kern="1200" dirty="0"/>
        </a:p>
      </dsp:txBody>
      <dsp:txXfrm>
        <a:off x="3847542" y="1379399"/>
        <a:ext cx="816515" cy="816515"/>
      </dsp:txXfrm>
    </dsp:sp>
    <dsp:sp modelId="{E87B7494-5A97-4AC4-B60C-7A3D5E58D346}">
      <dsp:nvSpPr>
        <dsp:cNvPr id="0" name=""/>
        <dsp:cNvSpPr/>
      </dsp:nvSpPr>
      <dsp:spPr>
        <a:xfrm>
          <a:off x="3042462" y="3167618"/>
          <a:ext cx="1154727" cy="1154727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750" tIns="31750" rIns="31750" bIns="31750" numCol="1" spcCol="1270" anchor="ctr" anchorCtr="0">
          <a:noAutofit/>
        </a:bodyPr>
        <a:lstStyle/>
        <a:p>
          <a:pPr lvl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500" kern="1200" dirty="0" smtClean="0"/>
            <a:t>Four</a:t>
          </a:r>
          <a:endParaRPr lang="en-US" sz="2500" kern="1200" dirty="0"/>
        </a:p>
      </dsp:txBody>
      <dsp:txXfrm>
        <a:off x="3211568" y="3336724"/>
        <a:ext cx="816515" cy="816515"/>
      </dsp:txXfrm>
    </dsp:sp>
    <dsp:sp modelId="{C0B337F9-3E46-45C0-8AAC-F97D8F89E93D}">
      <dsp:nvSpPr>
        <dsp:cNvPr id="0" name=""/>
        <dsp:cNvSpPr/>
      </dsp:nvSpPr>
      <dsp:spPr>
        <a:xfrm>
          <a:off x="984409" y="3167618"/>
          <a:ext cx="1154727" cy="1154727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750" tIns="31750" rIns="31750" bIns="31750" numCol="1" spcCol="1270" anchor="ctr" anchorCtr="0">
          <a:noAutofit/>
        </a:bodyPr>
        <a:lstStyle/>
        <a:p>
          <a:pPr lvl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500" kern="1200" dirty="0" smtClean="0"/>
            <a:t>Five</a:t>
          </a:r>
          <a:endParaRPr lang="en-US" sz="2500" kern="1200" dirty="0"/>
        </a:p>
      </dsp:txBody>
      <dsp:txXfrm>
        <a:off x="1153515" y="3336724"/>
        <a:ext cx="816515" cy="816515"/>
      </dsp:txXfrm>
    </dsp:sp>
    <dsp:sp modelId="{58A0DF15-1D45-4F24-A558-DBB190E13A3A}">
      <dsp:nvSpPr>
        <dsp:cNvPr id="0" name=""/>
        <dsp:cNvSpPr/>
      </dsp:nvSpPr>
      <dsp:spPr>
        <a:xfrm>
          <a:off x="348436" y="1210293"/>
          <a:ext cx="1154727" cy="1154727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750" tIns="31750" rIns="31750" bIns="31750" numCol="1" spcCol="1270" anchor="ctr" anchorCtr="0">
          <a:noAutofit/>
        </a:bodyPr>
        <a:lstStyle/>
        <a:p>
          <a:pPr lvl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500" kern="1200" dirty="0" smtClean="0"/>
            <a:t>Six</a:t>
          </a:r>
          <a:endParaRPr lang="en-US" sz="2500" kern="1200" dirty="0"/>
        </a:p>
      </dsp:txBody>
      <dsp:txXfrm>
        <a:off x="517542" y="1379399"/>
        <a:ext cx="816515" cy="81651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radial6">
  <dgm:title val=""/>
  <dgm:desc val=""/>
  <dgm:catLst>
    <dgm:cat type="cycle" pri="9000"/>
    <dgm:cat type="relationship" pri="2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Name0">
    <dgm:varLst>
      <dgm:chMax val="1"/>
      <dgm:dir/>
      <dgm:animLvl val="ctr"/>
      <dgm:resizeHandles val="exact"/>
    </dgm:varLst>
    <dgm:choose name="Name1">
      <dgm:if name="Name2" func="var" arg="dir" op="equ" val="norm">
        <dgm:choose name="Name3">
          <dgm:if name="Name4" axis="ch ch" ptType="node node" st="1 1" cnt="1 0" func="cnt" op="lte" val="1">
            <dgm:alg type="cycle">
              <dgm:param type="stAng" val="90"/>
              <dgm:param type="spanAng" val="360"/>
              <dgm:param type="ctrShpMap" val="fNode"/>
            </dgm:alg>
          </dgm:if>
          <dgm:else name="Name5">
            <dgm:alg type="cycle">
              <dgm:param type="stAng" val="0"/>
              <dgm:param type="spanAng" val="360"/>
              <dgm:param type="ctrShpMap" val="fNode"/>
            </dgm:alg>
          </dgm:else>
        </dgm:choose>
      </dgm:if>
      <dgm:else name="Name6">
        <dgm:choose name="Name7">
          <dgm:if name="Name8" axis="ch ch" ptType="node node" st="1 1" cnt="1 0" func="cnt" op="lte" val="1">
            <dgm:alg type="cycle">
              <dgm:param type="stAng" val="-90"/>
              <dgm:param type="spanAng" val="360"/>
              <dgm:param type="ctrShpMap" val="fNode"/>
            </dgm:alg>
          </dgm:if>
          <dgm:else name="Name9">
            <dgm:alg type="cycle">
              <dgm:param type="stAng" val="0"/>
              <dgm:param type="spanAng" val="-360"/>
              <dgm:param type="ctrShpMap" val="fNode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10">
      <dgm:if name="Name11" func="var" arg="dir" op="equ" val="norm">
        <dgm:choose name="Name12">
          <dgm:if name="Name13" axis="ch ch" ptType="node node" st="1 1" cnt="1 0" func="cnt" op="equ" val="1">
            <dgm:constrLst>
              <dgm:constr type="diam" val="170"/>
              <dgm:constr type="w" for="ch" forName="centerShape" refType="w"/>
              <dgm:constr type="w" for="ch" forName="oneComp" refType="w" refFor="ch" refForName="centerShape" op="equ" fact="0.7"/>
              <dgm:constr type="sp" refType="w" refFor="ch" refForName="oneComp" fact="0.3"/>
              <dgm:constr type="sibSp" refType="w" refFor="ch" refForName="oneComp" fact="0.3"/>
              <dgm:constr type="primFontSz" for="ch" forName="centerShape" val="65"/>
              <dgm:constr type="primFontSz" for="des" forName="oneNode" refType="primFontSz" refFor="ch" refForName="centerShape" fact="0.95"/>
              <dgm:constr type="primFontSz" for="des" forName="oneNode" refType="primFontSz" refFor="ch" refForName="centerShape" op="lte" fact="0.95"/>
              <dgm:constr type="diam" for="ch" forName="singleconn" refType="diam" op="equ" fact="-1"/>
              <dgm:constr type="h" for="ch" forName="singleconn" refType="w" refFor="ch" refForName="oneComp" fact="0.24"/>
              <dgm:constr type="w" for="ch" forName="dummya" refType="w" refFor="ch" refForName="oneComp" op="equ"/>
              <dgm:constr type="w" for="ch" forName="dummyb" refType="w" refFor="ch" refForName="oneComp" op="equ"/>
              <dgm:constr type="w" for="ch" forName="dummyc" refType="w" refFor="ch" refForName="oneComp" op="equ"/>
            </dgm:constrLst>
          </dgm:if>
          <dgm:else name="Name14">
            <dgm:constrLst>
              <dgm:constr type="diam" val="170"/>
              <dgm:constr type="w" for="ch" forName="centerShape" refType="w"/>
              <dgm:constr type="w" for="ch" forName="node" refType="w" refFor="ch" refForName="centerShape" op="equ" fact="0.7"/>
              <dgm:constr type="sp" refType="w" refFor="ch" refForName="node" fact="0.3"/>
              <dgm:constr type="sibSp" refType="w" refFor="ch" refForName="node" fact="0.3"/>
              <dgm:constr type="primFontSz" for="ch" forName="centerShape" val="65"/>
              <dgm:constr type="primFontSz" for="des" forName="node" refType="primFontSz" refFor="ch" refForName="centerShape" fact="0.78"/>
              <dgm:constr type="primFontSz" for="ch" forName="node" refType="primFontSz" refFor="ch" refForName="centerShape" op="lte" fact="0.95"/>
              <dgm:constr type="diam" for="ch" forName="sibTrans" refType="diam" op="equ"/>
              <dgm:constr type="h" for="ch" forName="sibTrans" refType="w" refFor="ch" refForName="node" fact="0.24"/>
              <dgm:constr type="w" for="ch" forName="dummy" val="1"/>
            </dgm:constrLst>
          </dgm:else>
        </dgm:choose>
      </dgm:if>
      <dgm:else name="Name15">
        <dgm:choose name="Name16">
          <dgm:if name="Name17" axis="ch ch" ptType="node node" st="1 1" cnt="1 0" func="cnt" op="equ" val="1">
            <dgm:constrLst>
              <dgm:constr type="diam" val="170"/>
              <dgm:constr type="w" for="ch" forName="centerShape" refType="w"/>
              <dgm:constr type="w" for="ch" forName="oneComp" refType="w" refFor="ch" refForName="centerShape" op="equ" fact="0.7"/>
              <dgm:constr type="sp" refType="w" refFor="ch" refForName="oneComp" fact="0.3"/>
              <dgm:constr type="sibSp" refType="w" refFor="ch" refForName="oneComp" fact="0.3"/>
              <dgm:constr type="primFontSz" for="ch" forName="centerShape" val="65"/>
              <dgm:constr type="primFontSz" for="des" forName="oneNode" refType="primFontSz" refFor="ch" refForName="centerShape" fact="0.95"/>
              <dgm:constr type="primFontSz" for="ch" forName="oneNode" refType="primFontSz" refFor="ch" refForName="centerShape" op="lte" fact="0.95"/>
              <dgm:constr type="diam" for="ch" forName="singleconn" refType="diam"/>
              <dgm:constr type="h" for="ch" forName="singleconn" refType="w" refFor="ch" refForName="oneComp" fact="0.24"/>
              <dgm:constr type="diam" for="ch" refType="diam" op="equ"/>
              <dgm:constr type="w" for="ch" forName="dummya" refType="w" refFor="ch" refForName="oneComp" op="equ"/>
              <dgm:constr type="w" for="ch" forName="dummyb" refType="w" refFor="ch" refForName="oneComp" op="equ"/>
              <dgm:constr type="w" for="ch" forName="dummyc" refType="w" refFor="ch" refForName="oneComp" op="equ"/>
            </dgm:constrLst>
          </dgm:if>
          <dgm:else name="Name18">
            <dgm:constrLst>
              <dgm:constr type="diam" val="170"/>
              <dgm:constr type="w" for="ch" forName="centerShape" refType="w"/>
              <dgm:constr type="w" for="ch" forName="node" refType="w" refFor="ch" refForName="centerShape" op="equ" fact="0.7"/>
              <dgm:constr type="sp" refType="w" refFor="ch" refForName="node" fact="0.3"/>
              <dgm:constr type="sibSp" refType="w" refFor="ch" refForName="node" fact="0.3"/>
              <dgm:constr type="primFontSz" for="ch" forName="centerShape" val="65"/>
              <dgm:constr type="primFontSz" for="des" forName="node" refType="primFontSz" refFor="ch" refForName="centerShape" fact="0.78"/>
              <dgm:constr type="primFontSz" for="ch" forName="node" refType="primFontSz" refFor="ch" refForName="centerShape" op="lte" fact="0.95"/>
              <dgm:constr type="diam" for="ch" ptType="sibTrans" refType="diam" fact="-1"/>
              <dgm:constr type="h" for="ch" forName="sibTrans" refType="w" refFor="ch" refForName="node" fact="0.24"/>
              <dgm:constr type="diam" for="ch" refType="diam" op="equ" fact="-1"/>
              <dgm:constr type="w" for="ch" forName="dummy" val="1"/>
            </dgm:constrLst>
          </dgm:else>
        </dgm:choose>
      </dgm:else>
    </dgm:choose>
    <dgm:ruleLst>
      <dgm:rule type="diam" val="INF" fact="NaN" max="NaN"/>
    </dgm:ruleLst>
    <dgm:forEach name="Name19" axis="ch" ptType="node" cnt="1">
      <dgm:layoutNode name="centerShape" styleLbl="node0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h" refType="w"/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forEach name="Name20" axis="ch">
        <dgm:forEach name="Name21" axis="self" ptType="node">
          <dgm:choose name="Name22">
            <dgm:if name="Name23" axis="par ch" ptType="node node" func="cnt" op="gt" val="1">
              <dgm:layoutNode name="node" styleLbl="node1">
                <dgm:varLst>
                  <dgm:bulletEnabled val="1"/>
                </dgm:varLst>
                <dgm:alg type="tx">
                  <dgm:param type="txAnchorVertCh" val="mid"/>
                </dgm:alg>
                <dgm:shape xmlns:r="http://schemas.openxmlformats.org/officeDocument/2006/relationships" type="ellipse" r:blip="">
                  <dgm:adjLst/>
                </dgm:shape>
                <dgm:presOf axis="desOrSelf" ptType="node"/>
                <dgm:constrLst>
                  <dgm:constr type="h" refType="w"/>
                  <dgm:constr type="tMarg" refType="primFontSz" fact="0.1"/>
                  <dgm:constr type="bMarg" refType="primFontSz" fact="0.1"/>
                  <dgm:constr type="lMarg" refType="primFontSz" fact="0.1"/>
                  <dgm:constr type="rMarg" refType="primFontSz" fact="0.1"/>
                </dgm:constrLst>
                <dgm:ruleLst>
                  <dgm:rule type="primFontSz" val="5" fact="NaN" max="NaN"/>
                </dgm:ruleLst>
              </dgm:layoutNode>
              <dgm:layoutNode name="dummy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forEach name="sibTransForEach" axis="followSib" ptType="sibTrans" hideLastTrans="0" cnt="1">
                <dgm:layoutNode name="sibTrans" styleLbl="sibTrans2D1">
                  <dgm:alg type="conn">
                    <dgm:param type="connRout" val="curve"/>
                    <dgm:param type="begPts" val="ctr"/>
                    <dgm:param type="endPts" val="ctr"/>
                    <dgm:param type="begSty" val="noArr"/>
                    <dgm:param type="endSty" val="noArr"/>
                    <dgm:param type="dstNode" val="node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</dgm:if>
            <dgm:if name="Name24" axis="par ch" ptType="node node" func="cnt" op="equ" val="1">
              <dgm:layoutNode name="oneComp">
                <dgm:alg type="composite">
                  <dgm:param type="ar" val="1"/>
                </dgm:alg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  <dgm:constr type="l" for="ch" forName="dummyConnPt" refType="w" fact="0.5"/>
                  <dgm:constr type="t" for="ch" forName="dummyConnPt" refType="w" fact="0.5"/>
                  <dgm:constr type="l" for="ch" forName="oneNode"/>
                  <dgm:constr type="t" for="ch" forName="oneNode"/>
                  <dgm:constr type="h" for="ch" forName="oneNode" refType="h"/>
                  <dgm:constr type="w" for="ch" forName="oneNode" refType="w"/>
                </dgm:constrLst>
                <dgm:ruleLst/>
                <dgm:layoutNode name="dummyConnPt" styleLbl="node1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val="1"/>
                    <dgm:constr type="h" val="1"/>
                  </dgm:constrLst>
                  <dgm:ruleLst/>
                </dgm:layoutNode>
                <dgm:layoutNode name="oneNode" styleLbl="node1">
                  <dgm:varLst>
                    <dgm:bulletEnabled val="1"/>
                  </dgm:varLst>
                  <dgm:alg type="tx">
                    <dgm:param type="txAnchorVertCh" val="mid"/>
                  </dgm:alg>
                  <dgm:shape xmlns:r="http://schemas.openxmlformats.org/officeDocument/2006/relationships" type="ellipse" r:blip="">
                    <dgm:adjLst/>
                  </dgm:shape>
                  <dgm:presOf axis="desOrSelf" ptType="node"/>
                  <dgm:constrLst>
                    <dgm:constr type="h" refType="w"/>
                    <dgm:constr type="tMarg" refType="primFontSz" fact="0.1"/>
                    <dgm:constr type="bMarg" refType="primFontSz" fact="0.1"/>
                    <dgm:constr type="lMarg" refType="primFontSz" fact="0.1"/>
                    <dgm:constr type="rMarg" refType="primFontSz" fact="0.1"/>
                  </dgm:constrLst>
                  <dgm:ruleLst>
                    <dgm:rule type="primFontSz" val="5" fact="NaN" max="NaN"/>
                  </dgm:ruleLst>
                </dgm:layoutNode>
              </dgm:layoutNode>
              <dgm:layoutNode name="dummya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layoutNode name="dummyb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layoutNode name="dummyc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forEach name="sibTransForEach1" axis="followSib" ptType="sibTrans" hideLastTrans="0" cnt="1">
                <dgm:layoutNode name="singleconn" styleLbl="sibTrans2D1">
                  <dgm:alg type="conn">
                    <dgm:param type="connRout" val="longCurve"/>
                    <dgm:param type="begPts" val="bCtr"/>
                    <dgm:param type="endPts" val="tCtr"/>
                    <dgm:param type="begSty" val="noArr"/>
                    <dgm:param type="endSty" val="noArr"/>
                    <dgm:param type="srcNode" val="dummyConnPt"/>
                    <dgm:param type="dstNode" val="dummyConnPt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</dgm:if>
            <dgm:else name="Name25"/>
          </dgm:choose>
        </dgm:forEach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041400"/>
            <a:ext cx="9144000" cy="2387600"/>
          </a:xfrm>
        </p:spPr>
        <p:txBody>
          <a:bodyPr anchor="b"/>
          <a:lstStyle>
            <a:lvl1pPr algn="ctr">
              <a:defRPr sz="54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3200"/>
            </a:lvl1pPr>
            <a:lvl2pPr marL="457200" indent="0" algn="ctr">
              <a:buNone/>
              <a:defRPr sz="28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B666E6-13B0-44E2-B4BE-B55F5427488A}" type="datetimeFigureOut">
              <a:rPr lang="en-US" smtClean="0"/>
              <a:t>8/14/1947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5C3F81-60EF-4CA6-9218-F90A8FB18F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41689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B666E6-13B0-44E2-B4BE-B55F5427488A}" type="datetimeFigureOut">
              <a:rPr lang="en-US" smtClean="0"/>
              <a:t>8/14/1947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5C3F81-60EF-4CA6-9218-F90A8FB18F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57043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4406900"/>
            <a:ext cx="10515600" cy="1362075"/>
          </a:xfrm>
        </p:spPr>
        <p:txBody>
          <a:bodyPr anchor="t"/>
          <a:lstStyle>
            <a:lvl1pPr>
              <a:defRPr sz="4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2906713"/>
            <a:ext cx="105156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B666E6-13B0-44E2-B4BE-B55F5427488A}" type="datetimeFigureOut">
              <a:rPr lang="en-US" smtClean="0"/>
              <a:t>8/14/1947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5C3F81-60EF-4CA6-9218-F90A8FB18F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67438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0863"/>
            <a:ext cx="5181600" cy="435133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0863"/>
            <a:ext cx="5181600" cy="435133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B666E6-13B0-44E2-B4BE-B55F5427488A}" type="datetimeFigureOut">
              <a:rPr lang="en-US" smtClean="0"/>
              <a:t>8/14/1947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5C3F81-60EF-4CA6-9218-F90A8FB18F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52731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274638"/>
            <a:ext cx="10515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1535113"/>
            <a:ext cx="515620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1850" y="2174875"/>
            <a:ext cx="5156200" cy="399732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9663" y="1535113"/>
            <a:ext cx="515778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9663" y="2174875"/>
            <a:ext cx="5157787" cy="399732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B666E6-13B0-44E2-B4BE-B55F5427488A}" type="datetimeFigureOut">
              <a:rPr lang="en-US" smtClean="0"/>
              <a:t>8/14/1947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5C3F81-60EF-4CA6-9218-F90A8FB18F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38317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B666E6-13B0-44E2-B4BE-B55F5427488A}" type="datetimeFigureOut">
              <a:rPr lang="en-US" smtClean="0"/>
              <a:t>8/14/1947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5C3F81-60EF-4CA6-9218-F90A8FB18F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92829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B666E6-13B0-44E2-B4BE-B55F5427488A}" type="datetimeFigureOut">
              <a:rPr lang="en-US" smtClean="0"/>
              <a:t>8/14/1947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5C3F81-60EF-4CA6-9218-F90A8FB18F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42754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685800"/>
            <a:ext cx="4013200" cy="1160463"/>
          </a:xfrm>
        </p:spPr>
        <p:txBody>
          <a:bodyPr anchor="b"/>
          <a:lstStyle>
            <a:lvl1pPr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6663" y="685800"/>
            <a:ext cx="6300787" cy="54864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1850" y="1846263"/>
            <a:ext cx="4013200" cy="432593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B666E6-13B0-44E2-B4BE-B55F5427488A}" type="datetimeFigureOut">
              <a:rPr lang="en-US" smtClean="0"/>
              <a:t>8/14/1947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5C3F81-60EF-4CA6-9218-F90A8FB18F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09423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05075" y="4800600"/>
            <a:ext cx="7177088" cy="566738"/>
          </a:xfrm>
        </p:spPr>
        <p:txBody>
          <a:bodyPr anchor="b"/>
          <a:lstStyle>
            <a:lvl1pPr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505075" y="685800"/>
            <a:ext cx="7177088" cy="404177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05075" y="5367338"/>
            <a:ext cx="7177088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B666E6-13B0-44E2-B4BE-B55F5427488A}" type="datetimeFigureOut">
              <a:rPr lang="en-US" smtClean="0"/>
              <a:t>8/14/1947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5C3F81-60EF-4CA6-9218-F90A8FB18F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39105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B666E6-13B0-44E2-B4BE-B55F5427488A}" type="datetimeFigureOut">
              <a:rPr lang="en-US" smtClean="0"/>
              <a:t>8/14/1947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5C3F81-60EF-4CA6-9218-F90A8FB18F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88160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274638"/>
            <a:ext cx="2628900" cy="5897562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274638"/>
            <a:ext cx="7734300" cy="5897562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B666E6-13B0-44E2-B4BE-B55F5427488A}" type="datetimeFigureOut">
              <a:rPr lang="en-US" smtClean="0"/>
              <a:t>8/14/1947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5C3F81-60EF-4CA6-9218-F90A8FB18F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9535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274638"/>
            <a:ext cx="10515600" cy="13255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0863"/>
            <a:ext cx="1051560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B666E6-13B0-44E2-B4BE-B55F5427488A}" type="datetimeFigureOut">
              <a:rPr lang="en-US" smtClean="0"/>
              <a:t>8/14/1947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48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077200" y="6356350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5C3F81-60EF-4CA6-9218-F90A8FB18F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64828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-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-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7.xml"/>
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&#65279;<?xml version="1.0" encoding="UTF-8" standalone="yes"?>
<Relationships xmlns="http://schemas.openxmlformats.org/package/2006/relationships">
    <Relationship Id="rId2" Type="http://schemas.openxmlformats.org/officeDocument/2006/relationships/image" Target="../media/image1.jpg"/>
    <Relationship Id="rId1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Virtual Electrical Lab Openin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111F"/>
          </a:solidFill>
          <a:ln>
            <a:noFill/>
          </a:ln>
        </p:spPr>
      </p:sp>
      <p:sp>
        <p:nvSpPr>
          <p:cNvPr id="3" name="Left Glow"/>
          <p:cNvSpPr/>
          <p:nvPr/>
        </p:nvSpPr>
        <p:spPr>
          <a:xfrm>
            <a:off x="900000" y="650000"/>
            <a:ext cx="3100000" cy="3100000"/>
          </a:xfrm>
          <a:prstGeom prst="ellipse">
            <a:avLst/>
          </a:prstGeom>
          <a:solidFill>
            <a:srgbClr val="13D7FF">
              <a:alpha val="14000"/>
            </a:srgbClr>
          </a:solidFill>
          <a:ln>
            <a:noFill/>
          </a:ln>
        </p:spPr>
      </p:sp>
      <p:sp>
        <p:nvSpPr>
          <p:cNvPr id="4" name="Right Glow"/>
          <p:cNvSpPr/>
          <p:nvPr/>
        </p:nvSpPr>
        <p:spPr>
          <a:xfrm>
            <a:off x="9050000" y="1200000"/>
            <a:ext cx="2450000" cy="2450000"/>
          </a:xfrm>
          <a:prstGeom prst="ellipse">
            <a:avLst/>
          </a:prstGeom>
          <a:solidFill>
            <a:srgbClr val="FFB341">
              <a:alpha val="12000"/>
            </a:srgbClr>
          </a:solidFill>
          <a:ln>
            <a:noFill/>
          </a:ln>
        </p:spPr>
      </p:sp>
      <p:sp>
        <p:nvSpPr>
          <p:cNvPr id="5" name="Header Chip"/>
          <p:cNvSpPr txBox="1"/>
          <p:nvPr/>
        </p:nvSpPr>
        <p:spPr>
          <a:xfrm>
            <a:off x="762000" y="762000"/>
            <a:ext cx="2800000" cy="406000"/>
          </a:xfrm>
          <a:prstGeom prst="roundRect">
            <a:avLst/>
          </a:prstGeom>
          <a:solidFill>
            <a:srgbClr val="10253D"/>
          </a:solidFill>
          <a:ln w="12700">
            <a:solidFill>
              <a:srgbClr val="4EDFFF">
                <a:alpha val="35000"/>
              </a:srgbClr>
            </a:solidFill>
          </a:ln>
        </p:spPr>
        <p:txBody>
          <a:bodyPr wrap="none" anchor="ctr" lIns="228600" tIns="0" rIns="228600" bIns="0"/>
          <a:lstStyle/>
          <a:p>
            <a:pPr algn="ctr"/>
            <a:r>
              <a:rPr lang="en-US" sz="1700" b="1">
                <a:solidFill>
                  <a:srgbClr val="C7F3FF"/>
                </a:solidFill>
                <a:latin typeface="Aptos"/>
              </a:rPr>
              <a:t>IMMERSIVE STEM EXPERIENCE</a:t>
            </a:r>
            <a:endParaRPr lang="en-US" sz="1700"/>
          </a:p>
        </p:txBody>
      </p:sp>
      <p:sp>
        <p:nvSpPr>
          <p:cNvPr id="6" name="Title Virtual"/>
          <p:cNvSpPr txBox="1"/>
          <p:nvPr/>
        </p:nvSpPr>
        <p:spPr>
          <a:xfrm>
            <a:off x="762000" y="1320000"/>
            <a:ext cx="4700000" cy="73000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/>
          <a:lstStyle/>
          <a:p>
            <a:pPr algn="l"/>
            <a:r>
              <a:rPr lang="en-US" sz="7600" b="1" kern="0">
                <a:solidFill>
                  <a:srgbClr val="EAF8FF"/>
                </a:solidFill>
                <a:latin typeface="Bahnschrift"/>
              </a:rPr>
              <a:t>VIRTUAL</a:t>
            </a:r>
            <a:endParaRPr lang="en-US" sz="7600"/>
          </a:p>
        </p:txBody>
      </p:sp>
      <p:sp>
        <p:nvSpPr>
          <p:cNvPr id="7" name="Title Electrical"/>
          <p:cNvSpPr txBox="1"/>
          <p:nvPr/>
        </p:nvSpPr>
        <p:spPr>
          <a:xfrm>
            <a:off x="762000" y="2050000"/>
            <a:ext cx="5200000" cy="73000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/>
          <a:lstStyle/>
          <a:p>
            <a:pPr algn="l"/>
            <a:r>
              <a:rPr lang="en-US" sz="7600" b="1" kern="0">
                <a:solidFill>
                  <a:srgbClr val="FFB341"/>
                </a:solidFill>
                <a:latin typeface="Bahnschrift"/>
              </a:rPr>
              <a:t>ELECTRICAL</a:t>
            </a:r>
            <a:endParaRPr lang="en-US" sz="7600"/>
          </a:p>
        </p:txBody>
      </p:sp>
      <p:sp>
        <p:nvSpPr>
          <p:cNvPr id="8" name="Title Lab"/>
          <p:cNvSpPr txBox="1"/>
          <p:nvPr/>
        </p:nvSpPr>
        <p:spPr>
          <a:xfrm>
            <a:off x="762000" y="2780000"/>
            <a:ext cx="3600000" cy="73000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/>
          <a:lstStyle/>
          <a:p>
            <a:pPr algn="l"/>
            <a:r>
              <a:rPr lang="en-US" sz="7600" b="1" kern="0">
                <a:solidFill>
                  <a:srgbClr val="EAF8FF"/>
                </a:solidFill>
                <a:latin typeface="Bahnschrift"/>
              </a:rPr>
              <a:t>LAB</a:t>
            </a:r>
            <a:endParaRPr lang="en-US" sz="7600"/>
          </a:p>
        </p:txBody>
      </p:sp>
      <p:sp>
        <p:nvSpPr>
          <p:cNvPr id="9" name="Subtitle"/>
          <p:cNvSpPr txBox="1"/>
          <p:nvPr/>
        </p:nvSpPr>
        <p:spPr>
          <a:xfrm>
            <a:off x="800000" y="3750000"/>
            <a:ext cx="5200000" cy="7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r>
              <a:rPr lang="en-US" sz="2200">
                <a:solidFill>
                  <a:srgbClr val="D9EEFF"/>
                </a:solidFill>
                <a:latin typeface="Aptos"/>
              </a:rPr>
              <a:t>A VR-powered environment for building circuits, testing ideas, and learning electrical concepts through safe, interactive experiments.</a:t>
            </a:r>
            <a:endParaRPr lang="en-US" sz="2200"/>
          </a:p>
        </p:txBody>
      </p:sp>
      <p:sp>
        <p:nvSpPr>
          <p:cNvPr id="10" name="Divider"/>
          <p:cNvSpPr/>
          <p:nvPr/>
        </p:nvSpPr>
        <p:spPr>
          <a:xfrm>
            <a:off x="762000" y="4580000"/>
            <a:ext cx="3500000" cy="12700"/>
          </a:xfrm>
          <a:prstGeom prst="rect">
            <a:avLst/>
          </a:prstGeom>
          <a:solidFill>
            <a:srgbClr val="6CDFFF">
              <a:alpha val="25000"/>
            </a:srgbClr>
          </a:solidFill>
          <a:ln>
            <a:noFill/>
          </a:ln>
        </p:spPr>
      </p:sp>
      <p:sp>
        <p:nvSpPr>
          <p:cNvPr id="11" name="Tag 1"/>
          <p:cNvSpPr txBox="1"/>
          <p:nvPr/>
        </p:nvSpPr>
        <p:spPr>
          <a:xfrm>
            <a:off x="762000" y="4900000"/>
            <a:ext cx="1550000" cy="360000"/>
          </a:xfrm>
          <a:prstGeom prst="roundRect">
            <a:avLst/>
          </a:prstGeom>
          <a:solidFill>
            <a:srgbClr val="11243C"/>
          </a:solidFill>
          <a:ln w="12700">
            <a:solidFill>
              <a:srgbClr val="42DBFF">
                <a:alpha val="35000"/>
              </a:srgbClr>
            </a:solidFill>
          </a:ln>
        </p:spPr>
        <p:txBody>
          <a:bodyPr wrap="none" anchor="ctr"/>
          <a:lstStyle/>
          <a:p>
            <a:pPr algn="ctr"/>
            <a:r>
              <a:rPr lang="en-US" sz="1800" b="1">
                <a:solidFill>
                  <a:srgbClr val="E7FAFF"/>
                </a:solidFill>
                <a:latin typeface="Aptos"/>
              </a:rPr>
              <a:t>VR-first learning</a:t>
            </a:r>
            <a:endParaRPr lang="en-US" sz="1800"/>
          </a:p>
        </p:txBody>
      </p:sp>
      <p:sp>
        <p:nvSpPr>
          <p:cNvPr id="12" name="Tag 2"/>
          <p:cNvSpPr txBox="1"/>
          <p:nvPr/>
        </p:nvSpPr>
        <p:spPr>
          <a:xfrm>
            <a:off x="2400000" y="4900000"/>
            <a:ext cx="1700000" cy="360000"/>
          </a:xfrm>
          <a:prstGeom prst="roundRect">
            <a:avLst/>
          </a:prstGeom>
          <a:solidFill>
            <a:srgbClr val="11243C"/>
          </a:solidFill>
          <a:ln w="12700">
            <a:solidFill>
              <a:srgbClr val="42DBFF">
                <a:alpha val="35000"/>
              </a:srgbClr>
            </a:solidFill>
          </a:ln>
        </p:spPr>
        <p:txBody>
          <a:bodyPr wrap="none" anchor="ctr"/>
          <a:lstStyle/>
          <a:p>
            <a:pPr algn="ctr"/>
            <a:r>
              <a:rPr lang="en-US" sz="1800" b="1">
                <a:solidFill>
                  <a:srgbClr val="E7FAFF"/>
                </a:solidFill>
                <a:latin typeface="Aptos"/>
              </a:rPr>
              <a:t>Real-time feedback</a:t>
            </a:r>
            <a:endParaRPr lang="en-US" sz="1800"/>
          </a:p>
        </p:txBody>
      </p:sp>
      <p:sp>
        <p:nvSpPr>
          <p:cNvPr id="13" name="Tag 3"/>
          <p:cNvSpPr txBox="1"/>
          <p:nvPr/>
        </p:nvSpPr>
        <p:spPr>
          <a:xfrm>
            <a:off x="4250000" y="4900000"/>
            <a:ext cx="1850000" cy="360000"/>
          </a:xfrm>
          <a:prstGeom prst="roundRect">
            <a:avLst/>
          </a:prstGeom>
          <a:solidFill>
            <a:srgbClr val="11243C"/>
          </a:solidFill>
          <a:ln w="12700">
            <a:solidFill>
              <a:srgbClr val="FFB341">
                <a:alpha val="40000"/>
              </a:srgbClr>
            </a:solidFill>
          </a:ln>
        </p:spPr>
        <p:txBody>
          <a:bodyPr wrap="none" anchor="ctr"/>
          <a:lstStyle/>
          <a:p>
            <a:pPr algn="ctr"/>
            <a:r>
              <a:rPr lang="en-US" sz="1800" b="1">
                <a:solidFill>
                  <a:srgbClr val="FFF1D8"/>
                </a:solidFill>
                <a:latin typeface="Aptos"/>
              </a:rPr>
              <a:t>Collaborative practice</a:t>
            </a:r>
            <a:endParaRPr lang="en-US" sz="1800"/>
          </a:p>
        </p:txBody>
      </p:sp>
      <p:sp>
        <p:nvSpPr>
          <p:cNvPr id="14" name="Right Panel"/>
          <p:cNvSpPr/>
          <p:nvPr/>
        </p:nvSpPr>
        <p:spPr>
          <a:xfrm>
            <a:off x="7350000" y="950000"/>
            <a:ext cx="3900000" cy="4400000"/>
          </a:xfrm>
          <a:prstGeom prst="roundRect">
            <a:avLst/>
          </a:prstGeom>
          <a:solidFill>
            <a:srgbClr val="0B1728">
              <a:alpha val="78000"/>
            </a:srgbClr>
          </a:solidFill>
          <a:ln w="19050">
            <a:solidFill>
              <a:srgbClr val="53E1FF">
                <a:alpha val="50000"/>
              </a:srgbClr>
            </a:solidFill>
          </a:ln>
        </p:spPr>
      </p:sp>
      <p:sp>
        <p:nvSpPr>
          <p:cNvPr id="15" name="Center Ring Outer"/>
          <p:cNvSpPr/>
          <p:nvPr/>
        </p:nvSpPr>
        <p:spPr>
          <a:xfrm>
            <a:off x="8300000" y="1650000"/>
            <a:ext cx="1900000" cy="1900000"/>
          </a:xfrm>
          <a:prstGeom prst="ellipse">
            <a:avLst/>
          </a:prstGeom>
          <a:noFill/>
          <a:ln w="19050">
            <a:solidFill>
              <a:srgbClr val="56E1FF">
                <a:alpha val="26000"/>
              </a:srgbClr>
            </a:solidFill>
          </a:ln>
        </p:spPr>
      </p:sp>
      <p:sp>
        <p:nvSpPr>
          <p:cNvPr id="16" name="Center Ring Inner"/>
          <p:cNvSpPr/>
          <p:nvPr/>
        </p:nvSpPr>
        <p:spPr>
          <a:xfrm>
            <a:off x="8570000" y="1920000"/>
            <a:ext cx="1360000" cy="1360000"/>
          </a:xfrm>
          <a:prstGeom prst="ellipse">
            <a:avLst/>
          </a:prstGeom>
          <a:noFill/>
          <a:ln w="19050">
            <a:solidFill>
              <a:srgbClr val="56E1FF">
                <a:alpha val="18000"/>
              </a:srgbClr>
            </a:solidFill>
          </a:ln>
        </p:spPr>
      </p:sp>
      <p:sp>
        <p:nvSpPr>
          <p:cNvPr id="17" name="Core Dot"/>
          <p:cNvSpPr/>
          <p:nvPr/>
        </p:nvSpPr>
        <p:spPr>
          <a:xfrm>
            <a:off x="9210000" y="2560000"/>
            <a:ext cx="95000" cy="95000"/>
          </a:xfrm>
          <a:prstGeom prst="ellipse">
            <a:avLst/>
          </a:prstGeom>
          <a:solidFill>
            <a:srgbClr val="FFB341"/>
          </a:solidFill>
          <a:ln>
            <a:noFill/>
          </a:ln>
        </p:spPr>
      </p:sp>
      <p:sp>
        <p:nvSpPr>
          <p:cNvPr id="18" name="Device Outline"/>
          <p:cNvSpPr/>
          <p:nvPr/>
        </p:nvSpPr>
        <p:spPr>
          <a:xfrm>
            <a:off x="8820000" y="2380000"/>
            <a:ext cx="850000" cy="520000"/>
          </a:xfrm>
          <a:prstGeom prst="roundRect">
            <a:avLst/>
          </a:prstGeom>
          <a:noFill/>
          <a:ln w="38100">
            <a:solidFill>
              <a:srgbClr val="F3FBFF"/>
            </a:solidFill>
          </a:ln>
        </p:spPr>
      </p:sp>
      <p:sp>
        <p:nvSpPr>
          <p:cNvPr id="19" name="Voltage Box"/>
          <p:cNvSpPr txBox="1"/>
          <p:nvPr/>
        </p:nvSpPr>
        <p:spPr>
          <a:xfrm>
            <a:off x="9850000" y="1380000"/>
            <a:ext cx="1460000" cy="800000"/>
          </a:xfrm>
          <a:prstGeom prst="roundRect">
            <a:avLst/>
          </a:prstGeom>
          <a:solidFill>
            <a:srgbClr val="0A1525"/>
          </a:solidFill>
          <a:ln w="12700">
            <a:solidFill>
              <a:srgbClr val="56E1FF">
                <a:alpha val="28000"/>
              </a:srgbClr>
            </a:solidFill>
          </a:ln>
        </p:spPr>
        <p:txBody>
          <a:bodyPr anchor="ctr"/>
          <a:lstStyle/>
          <a:p>
            <a:pPr algn="ctr"/>
            <a:r>
              <a:rPr lang="en-US" sz="1400" b="1">
                <a:solidFill>
                  <a:srgbClr val="8FEAFF"/>
                </a:solidFill>
                <a:latin typeface="Aptos"/>
              </a:rPr>
              <a:t>VOLTAGE</a:t>
            </a:r>
            <a:endParaRPr lang="en-US" sz="1400"/>
          </a:p>
          <a:p>
            <a:pPr algn="ctr"/>
            <a:r>
              <a:rPr lang="en-US" sz="3200" b="1">
                <a:solidFill>
                  <a:srgbClr val="F2FBFF"/>
                </a:solidFill>
                <a:latin typeface="Bahnschrift"/>
              </a:rPr>
              <a:t>12.0V</a:t>
            </a:r>
            <a:endParaRPr lang="en-US" sz="3200"/>
          </a:p>
        </p:txBody>
      </p:sp>
      <p:sp>
        <p:nvSpPr>
          <p:cNvPr id="20" name="Current Box"/>
          <p:cNvSpPr txBox="1"/>
          <p:nvPr/>
        </p:nvSpPr>
        <p:spPr>
          <a:xfrm>
            <a:off x="7600000" y="3900000"/>
            <a:ext cx="1460000" cy="800000"/>
          </a:xfrm>
          <a:prstGeom prst="roundRect">
            <a:avLst/>
          </a:prstGeom>
          <a:solidFill>
            <a:srgbClr val="0A1525"/>
          </a:solidFill>
          <a:ln w="12700">
            <a:solidFill>
              <a:srgbClr val="FFB341">
                <a:alpha val="32000"/>
              </a:srgbClr>
            </a:solidFill>
          </a:ln>
        </p:spPr>
        <p:txBody>
          <a:bodyPr anchor="ctr"/>
          <a:lstStyle/>
          <a:p>
            <a:pPr algn="ctr"/>
            <a:r>
              <a:rPr lang="en-US" sz="1400" b="1">
                <a:solidFill>
                  <a:srgbClr val="FFD18A"/>
                </a:solidFill>
                <a:latin typeface="Aptos"/>
              </a:rPr>
              <a:t>CURRENT</a:t>
            </a:r>
            <a:endParaRPr lang="en-US" sz="1400"/>
          </a:p>
          <a:p>
            <a:pPr algn="ctr"/>
            <a:r>
              <a:rPr lang="en-US" sz="3200" b="1">
                <a:solidFill>
                  <a:srgbClr val="FFF7EA"/>
                </a:solidFill>
                <a:latin typeface="Bahnschrift"/>
              </a:rPr>
              <a:t>2.5A</a:t>
            </a:r>
            <a:endParaRPr lang="en-US" sz="3200"/>
          </a:p>
        </p:txBody>
      </p:sp>
      <p:sp>
        <p:nvSpPr>
          <p:cNvPr id="21" name="Footer"/>
          <p:cNvSpPr txBox="1"/>
          <p:nvPr/>
        </p:nvSpPr>
        <p:spPr>
          <a:xfrm>
            <a:off x="8800000" y="6220000"/>
            <a:ext cx="2400000" cy="350000"/>
          </a:xfrm>
          <a:prstGeom prst="rect">
            <a:avLst/>
          </a:prstGeom>
          <a:noFill/>
          <a:ln>
            <a:noFill/>
          </a:ln>
        </p:spPr>
        <p:txBody>
          <a:bodyPr wrap="none" anchor="ctr"/>
          <a:lstStyle/>
          <a:p>
            <a:pPr algn="r"/>
            <a:r>
              <a:rPr lang="en-US" sz="1800">
                <a:solidFill>
                  <a:srgbClr val="DDEFFF"/>
                </a:solidFill>
                <a:latin typeface="Aptos"/>
              </a:rPr>
              <a:t>Virtual Electrical Lab</a:t>
            </a:r>
            <a:endParaRPr lang="en-US" sz="18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Title and Content Layout</a:t>
            </a:r>
            <a:endParaRPr lang="en-US" dirty="0"/>
          </a:p>
        </p:txBody>
      </p:sp>
      <p:graphicFrame>
        <p:nvGraphicFramePr>
          <p:cNvPr id="8" name="Content Placeholder 7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43064553"/>
              </p:ext>
            </p:extLst>
          </p:nvPr>
        </p:nvGraphicFramePr>
        <p:xfrm>
          <a:off x="838200" y="1820863"/>
          <a:ext cx="10515600" cy="43513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5C3F81-60EF-4CA6-9218-F90A8FB18FF0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84092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Two Content Layout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The quick brown fox jumps over the lazy dog. </a:t>
            </a:r>
          </a:p>
          <a:p>
            <a:endParaRPr lang="en-US" dirty="0" smtClean="0"/>
          </a:p>
          <a:p>
            <a:r>
              <a:rPr lang="en-US" dirty="0" smtClean="0"/>
              <a:t>The quick brown fox jumps over the lazy dog. </a:t>
            </a:r>
            <a:endParaRPr lang="en-US" dirty="0"/>
          </a:p>
          <a:p>
            <a:endParaRPr lang="en-US" dirty="0" smtClean="0"/>
          </a:p>
          <a:p>
            <a:r>
              <a:rPr lang="en-US" dirty="0" smtClean="0"/>
              <a:t>The quick brown fox jumps over the lazy dog. </a:t>
            </a:r>
            <a:endParaRPr lang="en-US" dirty="0"/>
          </a:p>
        </p:txBody>
      </p:sp>
      <p:graphicFrame>
        <p:nvGraphicFramePr>
          <p:cNvPr id="7" name="Content Placeholder 6"/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568305470"/>
              </p:ext>
            </p:extLst>
          </p:nvPr>
        </p:nvGraphicFramePr>
        <p:xfrm>
          <a:off x="6172200" y="1820863"/>
          <a:ext cx="5181600" cy="43513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5C3F81-60EF-4CA6-9218-F90A8FB18FF0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79303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Photo Layout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dirty="0" smtClean="0"/>
              <a:t>Santa Cruz Lighthouse</a:t>
            </a:r>
            <a:endParaRPr lang="en-US" dirty="0"/>
          </a:p>
        </p:txBody>
      </p:sp>
      <p:pic>
        <p:nvPicPr>
          <p:cNvPr id="5" name="Picture Placeholder 4"/>
          <p:cNvPicPr>
            <a:picLocks noGrp="1" noChangeAspect="1"/>
          </p:cNvPicPr>
          <p:nvPr>
            <p:ph type="pic"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8263" y="688132"/>
            <a:ext cx="7170712" cy="4037111"/>
          </a:xfrm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5C3F81-60EF-4CA6-9218-F90A8FB18FF0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56211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6E747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85296"/>
      </a:hlink>
      <a:folHlink>
        <a:srgbClr val="993366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57000"/>
                <a:satMod val="101000"/>
              </a:schemeClr>
            </a:gs>
            <a:gs pos="50000">
              <a:schemeClr val="phClr">
                <a:lumMod val="137000"/>
                <a:satMod val="103000"/>
              </a:schemeClr>
            </a:gs>
            <a:gs pos="100000">
              <a:schemeClr val="phClr">
                <a:lumMod val="11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18000"/>
              </a:schemeClr>
            </a:gs>
            <a:gs pos="50000">
              <a:schemeClr val="phClr">
                <a:satMod val="89000"/>
                <a:lumMod val="91000"/>
              </a:schemeClr>
            </a:gs>
            <a:gs pos="100000">
              <a:schemeClr val="phClr">
                <a:lumMod val="6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atMod val="100000"/>
                <a:shade val="0"/>
              </a:schemeClr>
            </a:gs>
            <a:gs pos="0">
              <a:scrgbClr r="0" g="0" b="0"/>
            </a:gs>
            <a:gs pos="100000">
              <a:schemeClr val="phClr">
                <a:shade val="100000"/>
                <a:sat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</Slides>
  <Notes>0</Notes>
  <HiddenSlides>0</HiddenSlides>
  <MMClips>0</MMClips>
  <ScaleCrop>false</ScaleCrop>
  <HeadingPairs>
    <vt:vector size="2" baseType="variant">
      <vt:variant>
        <vt:lpstr>Theme</vt:lpstr>
      </vt:variant>
      <vt:variant>
        <vt:i4>1</vt:i4>
      </vt:variant>
    </vt:vector>
  </HeadingPairs>
  <TitlesOfParts>
    <vt:vector size="1" baseType="lpstr">
      <vt:lpstr>Virtual Electrical Lab Opening Slide</vt:lpstr>
    </vt:vector>
  </TitlesOfParts>
  <Company>OpenAI Codex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Virtual Electrical Lab Opening Slide</dc:title>
  <dc:subject>Opening Slide</dc:subject>
  <dc:creator>OpenAI Codex</dc:creator>
  <cp:keywords>virtual electrical lab, powerpoint, opening slide</cp:keywords>
  <dc:description>Single slide PowerPoint opening slide for Virtual Electrical Lab.</dc:description>
  <cp:lastModifiedBy>OpenAI Codex</cp:lastModifiedBy>
  <dcterms:created xsi:type="dcterms:W3CDTF">2026-04-07T12:17:01Z</dcterms:created>
  <dcterms:modified xsi:type="dcterms:W3CDTF">2026-04-07T12:17:01Z</dcterms:modified>
</cp:coreProperties>
</file>